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algn="l" marL="0" indent="0" defTabSz="914400">
      <a:buNone/>
      <a:defRPr lang="ko-KR" smtClean="0" sz="1800" baseline="0">
        <a:solidFill>
          <a:srgbClr val="000000"/>
        </a:solidFill>
        <a:latin typeface="+mn-lt"/>
        <a:ea typeface="+mn-ea"/>
      </a:defRPr>
    </a:lvl1pPr>
    <a:lvl2pPr lvl="1" marL="457200" indent="0" defTabSz="914400">
      <a:defRPr lang="ko-KR" smtClean="0"/>
    </a:lvl2pPr>
    <a:lvl3pPr lvl="2" marL="914400" indent="0" defTabSz="914400">
      <a:defRPr lang="ko-KR" smtClean="0"/>
    </a:lvl3pPr>
    <a:lvl4pPr lvl="3" marL="1371600" indent="0" defTabSz="914400">
      <a:defRPr lang="ko-KR" smtClean="0"/>
    </a:lvl4pPr>
    <a:lvl5pPr lvl="4" marL="1828800" indent="0" defTabSz="914400">
      <a:defRPr lang="ko-KR" smtClean="0"/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showOutlineIcons="0">
    <p:restoredLeft sz="15620"/>
    <p:restoredTop sz="94660"/>
  </p:normalViewPr>
  <p:slideViewPr>
    <p:cSldViewPr snapToGrid="1" snapToObjects="1">
      <p:cViewPr varScale="1">
        <p:scale>
          <a:sx n="51" d="100"/>
          <a:sy n="51" d="100"/>
        </p:scale>
        <p:origin x="-660" y="-84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slide" Target="slides/slide1.xml"></Relationship><Relationship Id="rId3" Type="http://schemas.openxmlformats.org/officeDocument/2006/relationships/slide" Target="slides/slide2.xml"></Relationship><Relationship Id="rId4" Type="http://schemas.openxmlformats.org/officeDocument/2006/relationships/theme" Target="theme/theme1.xml"></Relationship><Relationship Id="rId5" Type="http://schemas.openxmlformats.org/officeDocument/2006/relationships/presProps" Target="presProps.xml"></Relationship><Relationship Id="rId6" Type="http://schemas.openxmlformats.org/officeDocument/2006/relationships/viewProps" Target="viewProps.xml"></Relationship><Relationship Id="rId7" Type="http://schemas.openxmlformats.org/officeDocument/2006/relationships/tableStyles" Target="tableStyles.xml"></Relationship></Relationships>
</file>

<file path=ppt/slideLayouts/_rels/slideLayout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ctrTitle"/>
          </p:nvPr>
        </p:nvSpPr>
        <p:spPr>
          <a:xfrm rot="0">
            <a:off x="914400" y="2131060"/>
            <a:ext cx="10363835" cy="147193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>
            <a:lvl1pPr marL="0" indent="0" algn="ctr">
              <a:defRPr lang="en-GB" altLang="en-US" sz="6000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 rtl="0"/>
            <a:r>
              <a:rPr sz="1800">
                <a:latin typeface="Yu Gothic" charset="0"/>
                <a:ea typeface="Yu Gothic" charset="0"/>
              </a:rPr>
              <a:t>マスタータイトルのスタイルを編集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</p:txBody>
      </p:sp>
      <p:sp>
        <p:nvSpPr>
          <p:cNvPr id="3" name="Rect 0"/>
          <p:cNvSpPr txBox="1">
            <a:spLocks/>
          </p:cNvSpPr>
          <p:nvPr>
            <p:ph type="subTitle" idx="1"/>
          </p:nvPr>
        </p:nvSpPr>
        <p:spPr>
          <a:xfrm rot="0">
            <a:off x="1828800" y="3886200"/>
            <a:ext cx="8535035" cy="1755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>
            <a:lvl1pPr marL="0" indent="0" algn="ctr">
              <a:defRPr lang="en-GB" altLang="en-US" sz="2400"/>
            </a:lvl1pPr>
            <a:lvl2pPr marL="457200" indent="0" algn="ctr">
              <a:defRPr lang="en-GB" altLang="en-US" sz="2000"/>
            </a:lvl2pPr>
            <a:lvl3pPr marL="914400" indent="0" algn="ctr">
              <a:defRPr lang="en-GB" altLang="en-US" sz="1800"/>
            </a:lvl3pPr>
            <a:lvl4pPr marL="1371600" indent="0" algn="ctr">
              <a:defRPr lang="en-GB" altLang="en-US" sz="1600"/>
            </a:lvl4pPr>
            <a:lvl5pPr marL="1828800" indent="0" algn="ctr">
              <a:defRPr lang="en-GB" altLang="en-US" sz="1600"/>
            </a:lvl5pPr>
            <a:lvl6pPr marL="2286000" indent="0" algn="ctr">
              <a:defRPr lang="en-GB" altLang="en-US" sz="1600"/>
            </a:lvl6pPr>
            <a:lvl7pPr marL="2743200" indent="0" algn="ctr">
              <a:defRPr lang="en-GB" altLang="en-US" sz="1600"/>
            </a:lvl7pPr>
            <a:lvl8pPr marL="3200400" indent="0" algn="ctr">
              <a:defRPr lang="en-GB" altLang="en-US" sz="1600"/>
            </a:lvl8pPr>
            <a:lvl9pPr marL="3657600" indent="0" algn="ctr">
              <a:defRPr lang="en-GB" altLang="en-US" sz="1600"/>
            </a:lvl9pPr>
          </a:lstStyle>
          <a:p>
            <a:pPr marL="0" indent="0" rtl="0"/>
            <a:r>
              <a:rPr sz="1800">
                <a:latin typeface="Yu Gothic" charset="0"/>
                <a:ea typeface="Yu Gothic" charset="0"/>
              </a:rPr>
              <a:t>マスターサブタイトルのスタイルを編集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</p:txBody>
      </p:sp>
      <p:sp>
        <p:nvSpPr>
          <p:cNvPr id="4" name="Rect 0"/>
          <p:cNvSpPr txBox="1">
            <a:spLocks/>
          </p:cNvSpPr>
          <p:nvPr>
            <p:ph type="sldNum" idx="12"/>
          </p:nvPr>
        </p:nvSpPr>
        <p:spPr>
          <a:xfrm rot="0">
            <a:off x="91440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slidenum">
              <a:rPr>
                <a:solidFill>
                  <a:srgbClr val="898989"/>
                </a:solidFill>
              </a:rPr>
              <a:t>1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5" name="Rect 0"/>
          <p:cNvSpPr txBox="1">
            <a:spLocks/>
          </p:cNvSpPr>
          <p:nvPr>
            <p:ph type="dt" idx="10"/>
          </p:nvPr>
        </p:nvSpPr>
        <p:spPr>
          <a:xfrm rot="0">
            <a:off x="6096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datetime1">
              <a:rPr lang="en-GB" altLang="en-US"/>
              <a:t>2/2/2025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6" name="Rect 0"/>
          <p:cNvSpPr txBox="1">
            <a:spLocks/>
          </p:cNvSpPr>
          <p:nvPr>
            <p:ph type="ftr" idx="11"/>
          </p:nvPr>
        </p:nvSpPr>
        <p:spPr>
          <a:xfrm rot="0">
            <a:off x="4267200" y="6263640"/>
            <a:ext cx="36582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endParaRPr lang="ko-KR" altLang="en-US" sz="1800">
              <a:latin typeface="Yu Gothic" charset="0"/>
              <a:ea typeface="Yu Gothic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609600" y="274320"/>
            <a:ext cx="109734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 rtl="0"/>
            <a:r>
              <a:rPr sz="1800">
                <a:latin typeface="Yu Gothic" charset="0"/>
                <a:ea typeface="Yu Gothic" charset="0"/>
              </a:rPr>
              <a:t>マスタータイトルのスタイルを編集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</p:txBody>
      </p:sp>
      <p:sp>
        <p:nvSpPr>
          <p:cNvPr id="3" name="Rect 0"/>
          <p:cNvSpPr txBox="1">
            <a:spLocks/>
          </p:cNvSpPr>
          <p:nvPr>
            <p:ph type="obj" idx="1"/>
          </p:nvPr>
        </p:nvSpPr>
        <p:spPr>
          <a:xfrm rot="0">
            <a:off x="609600" y="1600200"/>
            <a:ext cx="109734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 rtl="0">
              <a:buFont typeface="Yu Gothic"/>
              <a:buChar char="•"/>
            </a:pPr>
            <a:r>
              <a:rPr sz="1800">
                <a:latin typeface="Yu Gothic" charset="0"/>
                <a:ea typeface="Yu Gothic" charset="0"/>
              </a:rPr>
              <a:t>タップしてマスターテキストのスタイルを編集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  <a:p>
            <a:pPr marL="0" indent="0" rtl="0" lvl="1">
              <a:buFont typeface="Yu Gothic"/>
              <a:buChar char="•"/>
            </a:pPr>
            <a:r>
              <a:rPr/>
              <a:t>第2レベル</a:t>
            </a:r>
            <a:endParaRPr lang="ko-KR" altLang="en-US"/>
          </a:p>
          <a:p>
            <a:pPr marL="0" indent="0" rtl="0" lvl="2">
              <a:buFont typeface="Yu Gothic"/>
              <a:buChar char="•"/>
            </a:pPr>
            <a:r>
              <a:rPr/>
              <a:t>レベル3</a:t>
            </a:r>
            <a:endParaRPr lang="ko-KR" altLang="en-US"/>
          </a:p>
          <a:p>
            <a:pPr marL="0" indent="0" rtl="0" lvl="3">
              <a:buFont typeface="Yu Gothic"/>
              <a:buChar char="•"/>
            </a:pPr>
            <a:r>
              <a:rPr/>
              <a:t>第4レベル</a:t>
            </a:r>
            <a:endParaRPr lang="ko-KR" altLang="en-US"/>
          </a:p>
          <a:p>
            <a:pPr marL="0" indent="0" rtl="0" lvl="4">
              <a:buFont typeface="Yu Gothic"/>
              <a:buChar char="•"/>
            </a:pPr>
            <a:r>
              <a:rPr/>
              <a:t>第5レベル</a:t>
            </a:r>
            <a:endParaRPr lang="ko-KR" altLang="en-US"/>
          </a:p>
        </p:txBody>
      </p:sp>
      <p:sp>
        <p:nvSpPr>
          <p:cNvPr id="4" name="Rect 0"/>
          <p:cNvSpPr txBox="1">
            <a:spLocks/>
          </p:cNvSpPr>
          <p:nvPr>
            <p:ph type="sldNum" idx="12"/>
          </p:nvPr>
        </p:nvSpPr>
        <p:spPr>
          <a:xfrm rot="0">
            <a:off x="91440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slidenum">
              <a:rPr>
                <a:solidFill>
                  <a:srgbClr val="898989"/>
                </a:solidFill>
              </a:rPr>
              <a:t>1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5" name="Rect 0"/>
          <p:cNvSpPr txBox="1">
            <a:spLocks/>
          </p:cNvSpPr>
          <p:nvPr>
            <p:ph type="dt" idx="10"/>
          </p:nvPr>
        </p:nvSpPr>
        <p:spPr>
          <a:xfrm rot="0">
            <a:off x="6096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datetime1">
              <a:rPr lang="en-GB" altLang="en-US"/>
              <a:t>2/2/2025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6" name="Rect 0"/>
          <p:cNvSpPr txBox="1">
            <a:spLocks/>
          </p:cNvSpPr>
          <p:nvPr>
            <p:ph type="ftr" idx="11"/>
          </p:nvPr>
        </p:nvSpPr>
        <p:spPr>
          <a:xfrm rot="0">
            <a:off x="4267200" y="6263640"/>
            <a:ext cx="36582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endParaRPr lang="ko-KR" altLang="en-US" sz="1800">
              <a:latin typeface="Yu Gothic" charset="0"/>
              <a:ea typeface="Yu Gothic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セクション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963295" y="2908300"/>
            <a:ext cx="10363200" cy="1499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>
            <a:lvl1pPr marL="0" indent="0">
              <a:defRPr lang="en-GB" altLang="en-US" sz="6000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 rtl="0"/>
            <a:r>
              <a:rPr sz="1800">
                <a:latin typeface="Yu Gothic" charset="0"/>
                <a:ea typeface="Yu Gothic" charset="0"/>
              </a:rPr>
              <a:t>マスターサブタイトルのスタイルを編集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</p:txBody>
      </p:sp>
      <p:sp>
        <p:nvSpPr>
          <p:cNvPr id="3" name="Rect 0"/>
          <p:cNvSpPr txBox="1">
            <a:spLocks/>
          </p:cNvSpPr>
          <p:nvPr>
            <p:ph type="body" idx="1"/>
          </p:nvPr>
        </p:nvSpPr>
        <p:spPr>
          <a:xfrm rot="0">
            <a:off x="963295" y="4406900"/>
            <a:ext cx="10363200" cy="136334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>
            <a:lvl1pPr marL="0" indent="0">
              <a:defRPr lang="en-GB" altLang="en-US" sz="2400"/>
            </a:lvl1pPr>
            <a:lvl2pPr marL="457200" indent="0">
              <a:defRPr lang="en-GB" altLang="en-US" sz="2000"/>
            </a:lvl2pPr>
            <a:lvl3pPr marL="914400" indent="0">
              <a:defRPr lang="en-GB" altLang="en-US" sz="1800"/>
            </a:lvl3pPr>
            <a:lvl4pPr marL="1371600" indent="0">
              <a:defRPr lang="en-GB" altLang="en-US" sz="1600"/>
            </a:lvl4pPr>
            <a:lvl5pPr marL="1828800" indent="0">
              <a:defRPr lang="en-GB" altLang="en-US" sz="1600"/>
            </a:lvl5pPr>
            <a:lvl6pPr marL="2286000" indent="0">
              <a:defRPr lang="en-GB" altLang="en-US" sz="1600"/>
            </a:lvl6pPr>
            <a:lvl7pPr marL="2743200" indent="0">
              <a:defRPr lang="en-GB" altLang="en-US" sz="1600"/>
            </a:lvl7pPr>
            <a:lvl8pPr marL="3200400" indent="0">
              <a:defRPr lang="en-GB" altLang="en-US" sz="1600"/>
            </a:lvl8pPr>
            <a:lvl9pPr marL="3657600" indent="0">
              <a:defRPr lang="en-GB" altLang="en-US" sz="1600"/>
            </a:lvl9pPr>
          </a:lstStyle>
          <a:p>
            <a:pPr marL="0" indent="0" rtl="0"/>
            <a:r>
              <a:rPr sz="1800">
                <a:latin typeface="Yu Gothic" charset="0"/>
                <a:ea typeface="Yu Gothic" charset="0"/>
              </a:rPr>
              <a:t>マスターサブタイトルのスタイルを編集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</p:txBody>
      </p:sp>
      <p:sp>
        <p:nvSpPr>
          <p:cNvPr id="4" name="Rect 0"/>
          <p:cNvSpPr txBox="1">
            <a:spLocks/>
          </p:cNvSpPr>
          <p:nvPr>
            <p:ph type="sldNum" idx="12"/>
          </p:nvPr>
        </p:nvSpPr>
        <p:spPr>
          <a:xfrm rot="0">
            <a:off x="91440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slidenum">
              <a:rPr>
                <a:solidFill>
                  <a:srgbClr val="898989"/>
                </a:solidFill>
              </a:rPr>
              <a:t>1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5" name="Rect 0"/>
          <p:cNvSpPr txBox="1">
            <a:spLocks/>
          </p:cNvSpPr>
          <p:nvPr>
            <p:ph type="dt" idx="10"/>
          </p:nvPr>
        </p:nvSpPr>
        <p:spPr>
          <a:xfrm rot="0">
            <a:off x="6096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datetime1">
              <a:rPr lang="en-GB" altLang="en-US"/>
              <a:t>2/2/2025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6" name="Rect 0"/>
          <p:cNvSpPr txBox="1">
            <a:spLocks/>
          </p:cNvSpPr>
          <p:nvPr>
            <p:ph type="ftr" idx="11"/>
          </p:nvPr>
        </p:nvSpPr>
        <p:spPr>
          <a:xfrm rot="0">
            <a:off x="4267200" y="6263640"/>
            <a:ext cx="36582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endParaRPr lang="ko-KR" altLang="en-US" sz="1800">
              <a:latin typeface="Yu Gothic" charset="0"/>
              <a:ea typeface="Yu Gothic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609600" y="274320"/>
            <a:ext cx="109734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 rtl="0"/>
            <a:r>
              <a:rPr sz="1800">
                <a:latin typeface="Yu Gothic" charset="0"/>
                <a:ea typeface="Yu Gothic" charset="0"/>
              </a:rPr>
              <a:t>マスタータイトルのスタイルを編集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</p:txBody>
      </p:sp>
      <p:sp>
        <p:nvSpPr>
          <p:cNvPr id="3" name="Rect 0"/>
          <p:cNvSpPr txBox="1">
            <a:spLocks/>
          </p:cNvSpPr>
          <p:nvPr>
            <p:ph type="obj" idx="1"/>
          </p:nvPr>
        </p:nvSpPr>
        <p:spPr>
          <a:xfrm rot="0">
            <a:off x="609600" y="1600200"/>
            <a:ext cx="5389880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 rtl="0">
              <a:buFont typeface="Yu Gothic"/>
              <a:buChar char="•"/>
            </a:pPr>
            <a:r>
              <a:rPr sz="1800">
                <a:latin typeface="Yu Gothic" charset="0"/>
                <a:ea typeface="Yu Gothic" charset="0"/>
              </a:rPr>
              <a:t>タップしてマスターテキストのスタイルを編集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  <a:p>
            <a:pPr marL="0" indent="0" rtl="0" lvl="1">
              <a:buFont typeface="Yu Gothic"/>
              <a:buChar char="•"/>
            </a:pPr>
            <a:r>
              <a:rPr/>
              <a:t>第2レベル</a:t>
            </a:r>
            <a:endParaRPr lang="ko-KR" altLang="en-US"/>
          </a:p>
          <a:p>
            <a:pPr marL="0" indent="0" rtl="0" lvl="2">
              <a:buFont typeface="Yu Gothic"/>
              <a:buChar char="•"/>
            </a:pPr>
            <a:r>
              <a:rPr/>
              <a:t>レベル3</a:t>
            </a:r>
            <a:endParaRPr lang="ko-KR" altLang="en-US"/>
          </a:p>
          <a:p>
            <a:pPr marL="0" indent="0" rtl="0" lvl="3">
              <a:buFont typeface="Yu Gothic"/>
              <a:buChar char="•"/>
            </a:pPr>
            <a:r>
              <a:rPr/>
              <a:t>第4レベル</a:t>
            </a:r>
            <a:endParaRPr lang="ko-KR" altLang="en-US"/>
          </a:p>
          <a:p>
            <a:pPr marL="0" indent="0" rtl="0" lvl="4">
              <a:buFont typeface="Yu Gothic"/>
              <a:buChar char="•"/>
            </a:pPr>
            <a:r>
              <a:rPr/>
              <a:t>第5レベル</a:t>
            </a:r>
            <a:endParaRPr lang="ko-KR" altLang="en-US"/>
          </a:p>
        </p:txBody>
      </p:sp>
      <p:sp>
        <p:nvSpPr>
          <p:cNvPr id="4" name="Rect 0"/>
          <p:cNvSpPr txBox="1">
            <a:spLocks/>
          </p:cNvSpPr>
          <p:nvPr>
            <p:ph type="obj" idx="2"/>
          </p:nvPr>
        </p:nvSpPr>
        <p:spPr>
          <a:xfrm rot="0">
            <a:off x="6193155" y="1600200"/>
            <a:ext cx="5389880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 rtl="0">
              <a:buFont typeface="Yu Gothic"/>
              <a:buChar char="•"/>
            </a:pPr>
            <a:r>
              <a:rPr sz="1800">
                <a:latin typeface="Yu Gothic" charset="0"/>
                <a:ea typeface="Yu Gothic" charset="0"/>
              </a:rPr>
              <a:t>タップしてマスターテキストのスタイルを編集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  <a:p>
            <a:pPr marL="0" indent="0" rtl="0" lvl="1">
              <a:buFont typeface="Yu Gothic"/>
              <a:buChar char="•"/>
            </a:pPr>
            <a:r>
              <a:rPr/>
              <a:t>第2レベル</a:t>
            </a:r>
            <a:endParaRPr lang="ko-KR" altLang="en-US"/>
          </a:p>
          <a:p>
            <a:pPr marL="0" indent="0" rtl="0" lvl="2">
              <a:buFont typeface="Yu Gothic"/>
              <a:buChar char="•"/>
            </a:pPr>
            <a:r>
              <a:rPr/>
              <a:t>レベル3</a:t>
            </a:r>
            <a:endParaRPr lang="ko-KR" altLang="en-US"/>
          </a:p>
          <a:p>
            <a:pPr marL="0" indent="0" rtl="0" lvl="3">
              <a:buFont typeface="Yu Gothic"/>
              <a:buChar char="•"/>
            </a:pPr>
            <a:r>
              <a:rPr/>
              <a:t>第4レベル</a:t>
            </a:r>
            <a:endParaRPr lang="ko-KR" altLang="en-US"/>
          </a:p>
          <a:p>
            <a:pPr marL="0" indent="0" rtl="0" lvl="4">
              <a:buFont typeface="Yu Gothic"/>
              <a:buChar char="•"/>
            </a:pPr>
            <a:r>
              <a:rPr/>
              <a:t>第5レベル</a:t>
            </a:r>
            <a:endParaRPr lang="ko-KR" altLang="en-US"/>
          </a:p>
        </p:txBody>
      </p:sp>
      <p:sp>
        <p:nvSpPr>
          <p:cNvPr id="5" name="Rect 0"/>
          <p:cNvSpPr txBox="1">
            <a:spLocks/>
          </p:cNvSpPr>
          <p:nvPr>
            <p:ph type="sldNum" idx="12"/>
          </p:nvPr>
        </p:nvSpPr>
        <p:spPr>
          <a:xfrm rot="0">
            <a:off x="91440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slidenum">
              <a:rPr>
                <a:solidFill>
                  <a:srgbClr val="898989"/>
                </a:solidFill>
              </a:rPr>
              <a:t>1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6" name="Rect 0"/>
          <p:cNvSpPr txBox="1">
            <a:spLocks/>
          </p:cNvSpPr>
          <p:nvPr>
            <p:ph type="dt" idx="10"/>
          </p:nvPr>
        </p:nvSpPr>
        <p:spPr>
          <a:xfrm rot="0">
            <a:off x="6096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datetime1">
              <a:rPr lang="en-GB" altLang="en-US"/>
              <a:t>2/2/2025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7" name="Rect 0"/>
          <p:cNvSpPr txBox="1">
            <a:spLocks/>
          </p:cNvSpPr>
          <p:nvPr>
            <p:ph type="ftr" idx="11"/>
          </p:nvPr>
        </p:nvSpPr>
        <p:spPr>
          <a:xfrm rot="0">
            <a:off x="4267200" y="6263640"/>
            <a:ext cx="36582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endParaRPr lang="ko-KR" altLang="en-US" sz="1800">
              <a:latin typeface="Yu Gothic" charset="0"/>
              <a:ea typeface="Yu Gothic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609600" y="274320"/>
            <a:ext cx="109734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 rtl="0"/>
            <a:r>
              <a:rPr sz="1800">
                <a:latin typeface="Yu Gothic" charset="0"/>
                <a:ea typeface="Yu Gothic" charset="0"/>
              </a:rPr>
              <a:t>マスタータイトルのスタイルを編集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</p:txBody>
      </p:sp>
      <p:sp>
        <p:nvSpPr>
          <p:cNvPr id="3" name="Rect 0"/>
          <p:cNvSpPr txBox="1">
            <a:spLocks/>
          </p:cNvSpPr>
          <p:nvPr>
            <p:ph type="body" idx="1"/>
          </p:nvPr>
        </p:nvSpPr>
        <p:spPr>
          <a:xfrm rot="0">
            <a:off x="609600" y="1536700"/>
            <a:ext cx="5389880" cy="64071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>
            <a:lvl1pPr marL="0" indent="0">
              <a:defRPr lang="en-GB" altLang="en-US" sz="2400" b="1"/>
            </a:lvl1pPr>
            <a:lvl2pPr marL="457200" indent="0">
              <a:defRPr lang="en-GB" altLang="en-US" sz="2000" b="1"/>
            </a:lvl2pPr>
            <a:lvl3pPr marL="914400" indent="0">
              <a:defRPr lang="en-GB" altLang="en-US" sz="1800" b="1"/>
            </a:lvl3pPr>
            <a:lvl4pPr marL="1371600" indent="0">
              <a:defRPr lang="en-GB" altLang="en-US" sz="1600" b="1"/>
            </a:lvl4pPr>
            <a:lvl5pPr marL="1828800" indent="0">
              <a:defRPr lang="en-GB" altLang="en-US" sz="1600" b="1"/>
            </a:lvl5pPr>
            <a:lvl6pPr marL="2286000" indent="0">
              <a:defRPr lang="en-GB" altLang="en-US" sz="1600" b="1"/>
            </a:lvl6pPr>
            <a:lvl7pPr marL="2743200" indent="0">
              <a:defRPr lang="en-GB" altLang="en-US" sz="1600" b="1"/>
            </a:lvl7pPr>
            <a:lvl8pPr marL="3200400" indent="0">
              <a:defRPr lang="en-GB" altLang="en-US" sz="1600" b="1"/>
            </a:lvl8pPr>
            <a:lvl9pPr marL="3657600" indent="0">
              <a:defRPr lang="en-GB" altLang="en-US" sz="1600" b="1"/>
            </a:lvl9pPr>
          </a:lstStyle>
          <a:p>
            <a:pPr marL="0" indent="0" rtl="0"/>
            <a:r>
              <a:rPr sz="1800">
                <a:latin typeface="Yu Gothic" charset="0"/>
                <a:ea typeface="Yu Gothic" charset="0"/>
              </a:rPr>
              <a:t>マスターサブタイトルのスタイルを編集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</p:txBody>
      </p:sp>
      <p:sp>
        <p:nvSpPr>
          <p:cNvPr id="4" name="Rect 0"/>
          <p:cNvSpPr txBox="1">
            <a:spLocks/>
          </p:cNvSpPr>
          <p:nvPr>
            <p:ph type="body" idx="2"/>
          </p:nvPr>
        </p:nvSpPr>
        <p:spPr>
          <a:xfrm rot="0">
            <a:off x="6193155" y="1536700"/>
            <a:ext cx="5389880" cy="64071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>
            <a:lvl1pPr marL="0" indent="0">
              <a:defRPr lang="en-GB" altLang="en-US" sz="2400" b="1"/>
            </a:lvl1pPr>
            <a:lvl2pPr marL="457200" indent="0">
              <a:defRPr lang="en-GB" altLang="en-US" sz="2000" b="1"/>
            </a:lvl2pPr>
            <a:lvl3pPr marL="914400" indent="0">
              <a:defRPr lang="en-GB" altLang="en-US" sz="1800" b="1"/>
            </a:lvl3pPr>
            <a:lvl4pPr marL="1371600" indent="0">
              <a:defRPr lang="en-GB" altLang="en-US" sz="1600" b="1"/>
            </a:lvl4pPr>
            <a:lvl5pPr marL="1828800" indent="0">
              <a:defRPr lang="en-GB" altLang="en-US" sz="1600" b="1"/>
            </a:lvl5pPr>
            <a:lvl6pPr marL="2286000" indent="0">
              <a:defRPr lang="en-GB" altLang="en-US" sz="1600" b="1"/>
            </a:lvl6pPr>
            <a:lvl7pPr marL="2743200" indent="0">
              <a:defRPr lang="en-GB" altLang="en-US" sz="1600" b="1"/>
            </a:lvl7pPr>
            <a:lvl8pPr marL="3200400" indent="0">
              <a:defRPr lang="en-GB" altLang="en-US" sz="1600" b="1"/>
            </a:lvl8pPr>
            <a:lvl9pPr marL="3657600" indent="0">
              <a:defRPr lang="en-GB" altLang="en-US" sz="1600" b="1"/>
            </a:lvl9pPr>
          </a:lstStyle>
          <a:p>
            <a:pPr marL="0" indent="0" rtl="0"/>
            <a:r>
              <a:rPr sz="1800">
                <a:latin typeface="Yu Gothic" charset="0"/>
                <a:ea typeface="Yu Gothic" charset="0"/>
              </a:rPr>
              <a:t>マスターサブタイトルのスタイルを編集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</p:txBody>
      </p:sp>
      <p:sp>
        <p:nvSpPr>
          <p:cNvPr id="5" name="Rect 0"/>
          <p:cNvSpPr txBox="1">
            <a:spLocks/>
          </p:cNvSpPr>
          <p:nvPr>
            <p:ph type="obj" idx="3"/>
          </p:nvPr>
        </p:nvSpPr>
        <p:spPr>
          <a:xfrm rot="0">
            <a:off x="609600" y="2176780"/>
            <a:ext cx="5389880" cy="39503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 rtl="0">
              <a:buFont typeface="Yu Gothic"/>
              <a:buChar char="•"/>
            </a:pPr>
            <a:r>
              <a:rPr sz="1800">
                <a:latin typeface="Yu Gothic" charset="0"/>
                <a:ea typeface="Yu Gothic" charset="0"/>
              </a:rPr>
              <a:t>タップしてマスターテキストのスタイルを編集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  <a:p>
            <a:pPr marL="0" indent="0" rtl="0" lvl="1">
              <a:buFont typeface="Yu Gothic"/>
              <a:buChar char="•"/>
            </a:pPr>
            <a:r>
              <a:rPr/>
              <a:t>第2レベル</a:t>
            </a:r>
            <a:endParaRPr lang="ko-KR" altLang="en-US"/>
          </a:p>
          <a:p>
            <a:pPr marL="0" indent="0" rtl="0" lvl="2">
              <a:buFont typeface="Yu Gothic"/>
              <a:buChar char="•"/>
            </a:pPr>
            <a:r>
              <a:rPr/>
              <a:t>レベル3</a:t>
            </a:r>
            <a:endParaRPr lang="ko-KR" altLang="en-US"/>
          </a:p>
          <a:p>
            <a:pPr marL="0" indent="0" rtl="0" lvl="3">
              <a:buFont typeface="Yu Gothic"/>
              <a:buChar char="•"/>
            </a:pPr>
            <a:r>
              <a:rPr/>
              <a:t>第4レベル</a:t>
            </a:r>
            <a:endParaRPr lang="ko-KR" altLang="en-US"/>
          </a:p>
          <a:p>
            <a:pPr marL="0" indent="0" rtl="0" lvl="4">
              <a:buFont typeface="Yu Gothic"/>
              <a:buChar char="•"/>
            </a:pPr>
            <a:r>
              <a:rPr/>
              <a:t>第5レベル</a:t>
            </a:r>
            <a:endParaRPr lang="ko-KR" altLang="en-US"/>
          </a:p>
        </p:txBody>
      </p:sp>
      <p:sp>
        <p:nvSpPr>
          <p:cNvPr id="6" name="Rect 0"/>
          <p:cNvSpPr txBox="1">
            <a:spLocks/>
          </p:cNvSpPr>
          <p:nvPr>
            <p:ph type="obj" idx="4"/>
          </p:nvPr>
        </p:nvSpPr>
        <p:spPr>
          <a:xfrm rot="0">
            <a:off x="6193155" y="2176780"/>
            <a:ext cx="5389880" cy="39503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 rtl="0">
              <a:buFont typeface="Yu Gothic"/>
              <a:buChar char="•"/>
            </a:pPr>
            <a:r>
              <a:rPr sz="1800">
                <a:latin typeface="Yu Gothic" charset="0"/>
                <a:ea typeface="Yu Gothic" charset="0"/>
              </a:rPr>
              <a:t>タップしてマスターテキストのスタイルを編集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  <a:p>
            <a:pPr marL="0" indent="0" rtl="0" lvl="1">
              <a:buFont typeface="Yu Gothic"/>
              <a:buChar char="•"/>
            </a:pPr>
            <a:r>
              <a:rPr/>
              <a:t>第2レベル</a:t>
            </a:r>
            <a:endParaRPr lang="ko-KR" altLang="en-US"/>
          </a:p>
          <a:p>
            <a:pPr marL="0" indent="0" rtl="0" lvl="2">
              <a:buFont typeface="Yu Gothic"/>
              <a:buChar char="•"/>
            </a:pPr>
            <a:r>
              <a:rPr/>
              <a:t>レベル3</a:t>
            </a:r>
            <a:endParaRPr lang="ko-KR" altLang="en-US"/>
          </a:p>
          <a:p>
            <a:pPr marL="0" indent="0" rtl="0" lvl="3">
              <a:buFont typeface="Yu Gothic"/>
              <a:buChar char="•"/>
            </a:pPr>
            <a:r>
              <a:rPr/>
              <a:t>第4レベル</a:t>
            </a:r>
            <a:endParaRPr lang="ko-KR" altLang="en-US"/>
          </a:p>
          <a:p>
            <a:pPr marL="0" indent="0" rtl="0" lvl="4">
              <a:buFont typeface="Yu Gothic"/>
              <a:buChar char="•"/>
            </a:pPr>
            <a:r>
              <a:rPr/>
              <a:t>第5レベル</a:t>
            </a:r>
            <a:endParaRPr lang="ko-KR" altLang="en-US"/>
          </a:p>
        </p:txBody>
      </p:sp>
      <p:sp>
        <p:nvSpPr>
          <p:cNvPr id="7" name="Rect 0"/>
          <p:cNvSpPr txBox="1">
            <a:spLocks/>
          </p:cNvSpPr>
          <p:nvPr>
            <p:ph type="sldNum" idx="12"/>
          </p:nvPr>
        </p:nvSpPr>
        <p:spPr>
          <a:xfrm rot="0">
            <a:off x="91440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slidenum">
              <a:rPr>
                <a:solidFill>
                  <a:srgbClr val="898989"/>
                </a:solidFill>
              </a:rPr>
              <a:t>1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8" name="Rect 0"/>
          <p:cNvSpPr txBox="1">
            <a:spLocks/>
          </p:cNvSpPr>
          <p:nvPr>
            <p:ph type="dt" idx="10"/>
          </p:nvPr>
        </p:nvSpPr>
        <p:spPr>
          <a:xfrm rot="0">
            <a:off x="6096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datetime1">
              <a:rPr lang="en-GB" altLang="en-US"/>
              <a:t>2/2/2025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9" name="Rect 0"/>
          <p:cNvSpPr txBox="1">
            <a:spLocks/>
          </p:cNvSpPr>
          <p:nvPr>
            <p:ph type="ftr" idx="11"/>
          </p:nvPr>
        </p:nvSpPr>
        <p:spPr>
          <a:xfrm rot="0">
            <a:off x="4267200" y="6263640"/>
            <a:ext cx="36582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endParaRPr lang="ko-KR" altLang="en-US" sz="1800">
              <a:latin typeface="Yu Gothic" charset="0"/>
              <a:ea typeface="Yu Gothic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609600" y="274320"/>
            <a:ext cx="109734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 rtl="0"/>
            <a:r>
              <a:rPr sz="1800">
                <a:latin typeface="Yu Gothic" charset="0"/>
                <a:ea typeface="Yu Gothic" charset="0"/>
              </a:rPr>
              <a:t>マスタータイトルのスタイルを編集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</p:txBody>
      </p:sp>
      <p:sp>
        <p:nvSpPr>
          <p:cNvPr id="3" name="Rect 0"/>
          <p:cNvSpPr txBox="1">
            <a:spLocks/>
          </p:cNvSpPr>
          <p:nvPr>
            <p:ph type="sldNum" idx="12"/>
          </p:nvPr>
        </p:nvSpPr>
        <p:spPr>
          <a:xfrm rot="0">
            <a:off x="91440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slidenum">
              <a:rPr>
                <a:solidFill>
                  <a:srgbClr val="898989"/>
                </a:solidFill>
              </a:rPr>
              <a:t>1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4" name="Rect 0"/>
          <p:cNvSpPr txBox="1">
            <a:spLocks/>
          </p:cNvSpPr>
          <p:nvPr>
            <p:ph type="dt" idx="10"/>
          </p:nvPr>
        </p:nvSpPr>
        <p:spPr>
          <a:xfrm rot="0">
            <a:off x="6096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datetime1">
              <a:rPr lang="en-GB" altLang="en-US"/>
              <a:t>2/2/2025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5" name="Rect 0"/>
          <p:cNvSpPr txBox="1">
            <a:spLocks/>
          </p:cNvSpPr>
          <p:nvPr>
            <p:ph type="ftr" idx="11"/>
          </p:nvPr>
        </p:nvSpPr>
        <p:spPr>
          <a:xfrm rot="0">
            <a:off x="4267200" y="6263640"/>
            <a:ext cx="36582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endParaRPr lang="ko-KR" altLang="en-US" sz="1800">
              <a:latin typeface="Yu Gothic" charset="0"/>
              <a:ea typeface="Yu Gothic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のスクリー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sldNum" idx="12"/>
          </p:nvPr>
        </p:nvSpPr>
        <p:spPr>
          <a:xfrm rot="0">
            <a:off x="91440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slidenum">
              <a:rPr>
                <a:solidFill>
                  <a:srgbClr val="898989"/>
                </a:solidFill>
              </a:rPr>
              <a:t>1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3" name="Rect 0"/>
          <p:cNvSpPr txBox="1">
            <a:spLocks/>
          </p:cNvSpPr>
          <p:nvPr>
            <p:ph type="dt" idx="10"/>
          </p:nvPr>
        </p:nvSpPr>
        <p:spPr>
          <a:xfrm rot="0">
            <a:off x="6096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datetime1">
              <a:rPr lang="en-GB" altLang="en-US"/>
              <a:t>2/2/2025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4" name="Rect 0"/>
          <p:cNvSpPr txBox="1">
            <a:spLocks/>
          </p:cNvSpPr>
          <p:nvPr>
            <p:ph type="ftr" idx="11"/>
          </p:nvPr>
        </p:nvSpPr>
        <p:spPr>
          <a:xfrm rot="0">
            <a:off x="4267200" y="6263640"/>
            <a:ext cx="36582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endParaRPr lang="ko-KR" altLang="en-US" sz="1800">
              <a:latin typeface="Yu Gothic" charset="0"/>
              <a:ea typeface="Yu Gothic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609600" y="274320"/>
            <a:ext cx="4011930" cy="116205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>
            <a:lvl1pPr marL="0" indent="0">
              <a:defRPr lang="en-GB" altLang="en-US" sz="3200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 rtl="0"/>
            <a:r>
              <a:rPr sz="1800">
                <a:latin typeface="Yu Gothic" charset="0"/>
                <a:ea typeface="Yu Gothic" charset="0"/>
              </a:rPr>
              <a:t>マスターサブタイトルのスタイルを編集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</p:txBody>
      </p:sp>
      <p:sp>
        <p:nvSpPr>
          <p:cNvPr id="3" name="Rect 0"/>
          <p:cNvSpPr txBox="1">
            <a:spLocks/>
          </p:cNvSpPr>
          <p:nvPr>
            <p:ph type="obj" idx="1"/>
          </p:nvPr>
        </p:nvSpPr>
        <p:spPr>
          <a:xfrm rot="0">
            <a:off x="4767580" y="457200"/>
            <a:ext cx="6815455" cy="54870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>
            <a:lvl1pPr marL="0" indent="0">
              <a:defRPr lang="en-GB" altLang="en-US" sz="3200"/>
            </a:lvl1pPr>
            <a:lvl2pPr marL="0" indent="0">
              <a:defRPr lang="en-GB" altLang="en-US" sz="2800"/>
            </a:lvl2pPr>
            <a:lvl3pPr marL="0" indent="0">
              <a:defRPr lang="en-GB" altLang="en-US" sz="2400"/>
            </a:lvl3pPr>
            <a:lvl4pPr marL="0" indent="0">
              <a:defRPr lang="en-GB" altLang="en-US" sz="2000"/>
            </a:lvl4pPr>
            <a:lvl5pPr marL="0" indent="0">
              <a:defRPr lang="en-GB" altLang="en-US" sz="2000"/>
            </a:lvl5pPr>
            <a:lvl6pPr marL="0" indent="0">
              <a:defRPr lang="en-GB" altLang="en-US" sz="2000"/>
            </a:lvl6pPr>
            <a:lvl7pPr marL="0" indent="0">
              <a:defRPr lang="en-GB" altLang="en-US" sz="2000"/>
            </a:lvl7pPr>
            <a:lvl8pPr marL="0" indent="0">
              <a:defRPr lang="en-GB" altLang="en-US" sz="2000"/>
            </a:lvl8pPr>
            <a:lvl9pPr marL="0" indent="0">
              <a:defRPr lang="en-GB" altLang="en-US" sz="2000"/>
            </a:lvl9pPr>
          </a:lstStyle>
          <a:p>
            <a:pPr marL="0" indent="0" rtl="0">
              <a:buFont typeface="Yu Gothic"/>
              <a:buChar char="•"/>
            </a:pPr>
            <a:r>
              <a:rPr sz="1800">
                <a:latin typeface="Yu Gothic" charset="0"/>
                <a:ea typeface="Yu Gothic" charset="0"/>
              </a:rPr>
              <a:t>タップしてマスターテキストのスタイルを編集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  <a:p>
            <a:pPr marL="0" indent="0" rtl="0" lvl="1">
              <a:buFont typeface="Yu Gothic"/>
              <a:buChar char="•"/>
            </a:pPr>
            <a:r>
              <a:rPr/>
              <a:t>第2レベル</a:t>
            </a:r>
            <a:endParaRPr lang="ko-KR" altLang="en-US"/>
          </a:p>
          <a:p>
            <a:pPr marL="0" indent="0" rtl="0" lvl="2">
              <a:buFont typeface="Yu Gothic"/>
              <a:buChar char="•"/>
            </a:pPr>
            <a:r>
              <a:rPr/>
              <a:t>レベル3</a:t>
            </a:r>
            <a:endParaRPr lang="ko-KR" altLang="en-US"/>
          </a:p>
          <a:p>
            <a:pPr marL="0" indent="0" rtl="0" lvl="3">
              <a:buFont typeface="Yu Gothic"/>
              <a:buChar char="•"/>
            </a:pPr>
            <a:r>
              <a:rPr/>
              <a:t>第4レベル</a:t>
            </a:r>
            <a:endParaRPr lang="ko-KR" altLang="en-US"/>
          </a:p>
          <a:p>
            <a:pPr marL="0" indent="0" rtl="0" lvl="4">
              <a:buFont typeface="Yu Gothic"/>
              <a:buChar char="•"/>
            </a:pPr>
            <a:r>
              <a:rPr/>
              <a:t>第5レベル</a:t>
            </a:r>
            <a:endParaRPr lang="ko-KR" altLang="en-US"/>
          </a:p>
        </p:txBody>
      </p:sp>
      <p:sp>
        <p:nvSpPr>
          <p:cNvPr id="4" name="Rect 0"/>
          <p:cNvSpPr txBox="1">
            <a:spLocks/>
          </p:cNvSpPr>
          <p:nvPr>
            <p:ph type="body" idx="2"/>
          </p:nvPr>
        </p:nvSpPr>
        <p:spPr>
          <a:xfrm rot="0">
            <a:off x="609600" y="1435735"/>
            <a:ext cx="4011930" cy="46913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>
            <a:lvl1pPr marL="0" indent="0">
              <a:defRPr lang="en-GB" altLang="en-US" sz="1600"/>
            </a:lvl1pPr>
            <a:lvl2pPr marL="457200" indent="0">
              <a:defRPr lang="en-GB" altLang="en-US" sz="1400"/>
            </a:lvl2pPr>
            <a:lvl3pPr marL="914400" indent="0">
              <a:defRPr lang="en-GB" altLang="en-US" sz="1200"/>
            </a:lvl3pPr>
            <a:lvl4pPr marL="1371600" indent="0">
              <a:defRPr lang="en-GB" altLang="en-US" sz="1000"/>
            </a:lvl4pPr>
            <a:lvl5pPr marL="1828800" indent="0">
              <a:defRPr lang="en-GB" altLang="en-US" sz="1000"/>
            </a:lvl5pPr>
            <a:lvl6pPr marL="2286000" indent="0">
              <a:defRPr lang="en-GB" altLang="en-US" sz="1000"/>
            </a:lvl6pPr>
            <a:lvl7pPr marL="2743200" indent="0">
              <a:defRPr lang="en-GB" altLang="en-US" sz="1000"/>
            </a:lvl7pPr>
            <a:lvl8pPr marL="3200400" indent="0">
              <a:defRPr lang="en-GB" altLang="en-US" sz="1000"/>
            </a:lvl8pPr>
            <a:lvl9pPr marL="3657600" indent="0">
              <a:defRPr lang="en-GB" altLang="en-US" sz="1000"/>
            </a:lvl9pPr>
          </a:lstStyle>
          <a:p>
            <a:pPr marL="0" indent="0" rtl="0"/>
            <a:r>
              <a:rPr sz="1800">
                <a:latin typeface="Yu Gothic" charset="0"/>
                <a:ea typeface="Yu Gothic" charset="0"/>
              </a:rPr>
              <a:t>マスターサブタイトルのスタイルを編集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</p:txBody>
      </p:sp>
      <p:sp>
        <p:nvSpPr>
          <p:cNvPr id="5" name="Rect 0"/>
          <p:cNvSpPr txBox="1">
            <a:spLocks/>
          </p:cNvSpPr>
          <p:nvPr>
            <p:ph type="sldNum" idx="12"/>
          </p:nvPr>
        </p:nvSpPr>
        <p:spPr>
          <a:xfrm rot="0">
            <a:off x="91440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slidenum">
              <a:rPr>
                <a:solidFill>
                  <a:srgbClr val="898989"/>
                </a:solidFill>
              </a:rPr>
              <a:t>1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6" name="Rect 0"/>
          <p:cNvSpPr txBox="1">
            <a:spLocks/>
          </p:cNvSpPr>
          <p:nvPr>
            <p:ph type="dt" idx="10"/>
          </p:nvPr>
        </p:nvSpPr>
        <p:spPr>
          <a:xfrm rot="0">
            <a:off x="6096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datetime1">
              <a:rPr lang="en-GB" altLang="en-US"/>
              <a:t>2/2/2025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7" name="Rect 0"/>
          <p:cNvSpPr txBox="1">
            <a:spLocks/>
          </p:cNvSpPr>
          <p:nvPr>
            <p:ph type="ftr" idx="11"/>
          </p:nvPr>
        </p:nvSpPr>
        <p:spPr>
          <a:xfrm rot="0">
            <a:off x="4267200" y="6263640"/>
            <a:ext cx="36582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endParaRPr lang="ko-KR" altLang="en-US" sz="1800">
              <a:latin typeface="Yu Gothic" charset="0"/>
              <a:ea typeface="Yu Gothic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609600" y="274320"/>
            <a:ext cx="4011930" cy="116205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>
            <a:lvl1pPr marL="0" indent="0">
              <a:defRPr lang="en-GB" altLang="en-US" sz="3200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 rtl="0"/>
            <a:r>
              <a:rPr sz="1800">
                <a:latin typeface="Yu Gothic" charset="0"/>
                <a:ea typeface="Yu Gothic" charset="0"/>
              </a:rPr>
              <a:t>マスターサブタイトルのスタイルを編集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</p:txBody>
      </p:sp>
      <p:sp>
        <p:nvSpPr>
          <p:cNvPr id="3" name="Rect 0"/>
          <p:cNvSpPr txBox="1">
            <a:spLocks/>
          </p:cNvSpPr>
          <p:nvPr>
            <p:ph type="body" idx="1"/>
          </p:nvPr>
        </p:nvSpPr>
        <p:spPr>
          <a:xfrm rot="0">
            <a:off x="609600" y="1435735"/>
            <a:ext cx="4011930" cy="46913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>
            <a:lvl1pPr marL="0" indent="0">
              <a:defRPr lang="en-GB" altLang="en-US" sz="3200"/>
            </a:lvl1pPr>
            <a:lvl2pPr marL="457200" indent="0">
              <a:defRPr lang="en-GB" altLang="en-US" sz="2800"/>
            </a:lvl2pPr>
            <a:lvl3pPr marL="914400" indent="0">
              <a:defRPr lang="en-GB" altLang="en-US" sz="2400"/>
            </a:lvl3pPr>
            <a:lvl4pPr marL="1371600" indent="0">
              <a:defRPr lang="en-GB" altLang="en-US" sz="2000"/>
            </a:lvl4pPr>
            <a:lvl5pPr marL="1828800" indent="0">
              <a:defRPr lang="en-GB" altLang="en-US" sz="2000"/>
            </a:lvl5pPr>
            <a:lvl6pPr marL="2286000" indent="0">
              <a:defRPr lang="en-GB" altLang="en-US" sz="2000"/>
            </a:lvl6pPr>
            <a:lvl7pPr marL="2743200" indent="0">
              <a:defRPr lang="en-GB" altLang="en-US" sz="2000"/>
            </a:lvl7pPr>
            <a:lvl8pPr marL="3200400" indent="0">
              <a:defRPr lang="en-GB" altLang="en-US" sz="2000"/>
            </a:lvl8pPr>
            <a:lvl9pPr marL="3657600" indent="0">
              <a:defRPr lang="en-GB" altLang="en-US" sz="2000"/>
            </a:lvl9pPr>
          </a:lstStyle>
          <a:p>
            <a:pPr marL="0" indent="0" rtl="0"/>
            <a:r>
              <a:rPr sz="1800">
                <a:latin typeface="Yu Gothic" charset="0"/>
                <a:ea typeface="Yu Gothic" charset="0"/>
              </a:rPr>
              <a:t>マスターサブタイトルのスタイルを編集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</p:txBody>
      </p:sp>
      <p:sp>
        <p:nvSpPr>
          <p:cNvPr id="4" name="Rect 0"/>
          <p:cNvSpPr txBox="1">
            <a:spLocks/>
          </p:cNvSpPr>
          <p:nvPr>
            <p:ph type="pic" idx="2"/>
          </p:nvPr>
        </p:nvSpPr>
        <p:spPr>
          <a:xfrm rot="0">
            <a:off x="4767580" y="457200"/>
            <a:ext cx="6815455" cy="5487035"/>
          </a:xfrm>
          <a:prstGeom prst="rect"/>
        </p:spPr>
      </p:sp>
      <p:sp>
        <p:nvSpPr>
          <p:cNvPr id="5" name="Rect 0"/>
          <p:cNvSpPr txBox="1">
            <a:spLocks/>
          </p:cNvSpPr>
          <p:nvPr>
            <p:ph type="sldNum" idx="12"/>
          </p:nvPr>
        </p:nvSpPr>
        <p:spPr>
          <a:xfrm rot="0">
            <a:off x="91440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slidenum">
              <a:rPr>
                <a:solidFill>
                  <a:srgbClr val="898989"/>
                </a:solidFill>
              </a:rPr>
              <a:t>1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6" name="Rect 0"/>
          <p:cNvSpPr txBox="1">
            <a:spLocks/>
          </p:cNvSpPr>
          <p:nvPr>
            <p:ph type="dt" idx="10"/>
          </p:nvPr>
        </p:nvSpPr>
        <p:spPr>
          <a:xfrm rot="0">
            <a:off x="6096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datetime1">
              <a:rPr lang="en-GB" altLang="en-US"/>
              <a:t>2/2/2025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7" name="Rect 0"/>
          <p:cNvSpPr txBox="1">
            <a:spLocks/>
          </p:cNvSpPr>
          <p:nvPr>
            <p:ph type="ftr" idx="11"/>
          </p:nvPr>
        </p:nvSpPr>
        <p:spPr>
          <a:xfrm rot="0">
            <a:off x="4267200" y="6263640"/>
            <a:ext cx="36582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endParaRPr lang="ko-KR" altLang="en-US" sz="1800">
              <a:latin typeface="Yu Gothic" charset="0"/>
              <a:ea typeface="Yu Gothic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609600" y="274320"/>
            <a:ext cx="109734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 rtl="0"/>
            <a:r>
              <a:rPr sz="1800">
                <a:latin typeface="Yu Gothic" charset="0"/>
                <a:ea typeface="Yu Gothic" charset="0"/>
              </a:rPr>
              <a:t>マスタータイトルのスタイルを編集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</p:txBody>
      </p:sp>
      <p:sp>
        <p:nvSpPr>
          <p:cNvPr id="3" name="Rect 0"/>
          <p:cNvSpPr txBox="1">
            <a:spLocks/>
          </p:cNvSpPr>
          <p:nvPr>
            <p:ph type="body" orient="vert" idx="1"/>
          </p:nvPr>
        </p:nvSpPr>
        <p:spPr>
          <a:xfrm rot="0">
            <a:off x="609600" y="1600200"/>
            <a:ext cx="10973435" cy="452691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 rtl="0">
              <a:buFont typeface="Yu Gothic"/>
              <a:buChar char="•"/>
            </a:pPr>
            <a:r>
              <a:rPr sz="1800">
                <a:latin typeface="Yu Gothic" charset="0"/>
                <a:ea typeface="Yu Gothic" charset="0"/>
              </a:rPr>
              <a:t>タップしてマスターテキストのスタイルを編集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  <a:p>
            <a:pPr marL="0" indent="0" rtl="0" lvl="1">
              <a:buFont typeface="Yu Gothic"/>
              <a:buChar char="•"/>
            </a:pPr>
            <a:r>
              <a:rPr/>
              <a:t>第2レベル</a:t>
            </a:r>
            <a:endParaRPr lang="ko-KR" altLang="en-US"/>
          </a:p>
          <a:p>
            <a:pPr marL="0" indent="0" rtl="0" lvl="2">
              <a:buFont typeface="Yu Gothic"/>
              <a:buChar char="•"/>
            </a:pPr>
            <a:r>
              <a:rPr/>
              <a:t>レベル3</a:t>
            </a:r>
            <a:endParaRPr lang="ko-KR" altLang="en-US"/>
          </a:p>
          <a:p>
            <a:pPr marL="0" indent="0" rtl="0" lvl="3">
              <a:buFont typeface="Yu Gothic"/>
              <a:buChar char="•"/>
            </a:pPr>
            <a:r>
              <a:rPr/>
              <a:t>第4レベル</a:t>
            </a:r>
            <a:endParaRPr lang="ko-KR" altLang="en-US"/>
          </a:p>
          <a:p>
            <a:pPr marL="0" indent="0" rtl="0" lvl="4">
              <a:buFont typeface="Yu Gothic"/>
              <a:buChar char="•"/>
            </a:pPr>
            <a:r>
              <a:rPr/>
              <a:t>第5レベル</a:t>
            </a:r>
            <a:endParaRPr lang="ko-KR" altLang="en-US"/>
          </a:p>
        </p:txBody>
      </p:sp>
      <p:sp>
        <p:nvSpPr>
          <p:cNvPr id="4" name="Rect 0"/>
          <p:cNvSpPr txBox="1">
            <a:spLocks/>
          </p:cNvSpPr>
          <p:nvPr>
            <p:ph type="sldNum" idx="12"/>
          </p:nvPr>
        </p:nvSpPr>
        <p:spPr>
          <a:xfrm rot="0">
            <a:off x="91440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slidenum">
              <a:rPr>
                <a:solidFill>
                  <a:srgbClr val="898989"/>
                </a:solidFill>
              </a:rPr>
              <a:t>1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5" name="Rect 0"/>
          <p:cNvSpPr txBox="1">
            <a:spLocks/>
          </p:cNvSpPr>
          <p:nvPr>
            <p:ph type="dt" idx="10"/>
          </p:nvPr>
        </p:nvSpPr>
        <p:spPr>
          <a:xfrm rot="0">
            <a:off x="6096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datetime1">
              <a:rPr lang="en-GB" altLang="en-US"/>
              <a:t>2/2/2025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6" name="Rect 0"/>
          <p:cNvSpPr txBox="1">
            <a:spLocks/>
          </p:cNvSpPr>
          <p:nvPr>
            <p:ph type="ftr" idx="11"/>
          </p:nvPr>
        </p:nvSpPr>
        <p:spPr>
          <a:xfrm rot="0">
            <a:off x="4267200" y="6263640"/>
            <a:ext cx="36582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endParaRPr lang="ko-KR" altLang="en-US" sz="1800">
              <a:latin typeface="Yu Gothic" charset="0"/>
              <a:ea typeface="Yu Gothic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 orient="vert"/>
          </p:nvPr>
        </p:nvSpPr>
        <p:spPr>
          <a:xfrm rot="0">
            <a:off x="8839200" y="274320"/>
            <a:ext cx="2743835" cy="585279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 rtl="0"/>
            <a:r>
              <a:rPr sz="1800">
                <a:latin typeface="Yu Gothic" charset="0"/>
                <a:ea typeface="Yu Gothic" charset="0"/>
              </a:rPr>
              <a:t>マスターサブタイトルのスタイルを編集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</p:txBody>
      </p:sp>
      <p:sp>
        <p:nvSpPr>
          <p:cNvPr id="3" name="Rect 0"/>
          <p:cNvSpPr txBox="1">
            <a:spLocks/>
          </p:cNvSpPr>
          <p:nvPr>
            <p:ph type="body" orient="vert" idx="1"/>
          </p:nvPr>
        </p:nvSpPr>
        <p:spPr>
          <a:xfrm rot="0">
            <a:off x="609600" y="274320"/>
            <a:ext cx="8034655" cy="585279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 rtl="0">
              <a:buFont typeface="Yu Gothic"/>
              <a:buChar char="•"/>
            </a:pPr>
            <a:r>
              <a:rPr sz="1800">
                <a:latin typeface="Yu Gothic" charset="0"/>
                <a:ea typeface="Yu Gothic" charset="0"/>
              </a:rPr>
              <a:t>タップしてマスターテキストのスタイルを編集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  <a:p>
            <a:pPr marL="0" indent="0" rtl="0" lvl="1">
              <a:buFont typeface="Yu Gothic"/>
              <a:buChar char="•"/>
            </a:pPr>
            <a:r>
              <a:rPr/>
              <a:t>第2レベル</a:t>
            </a:r>
            <a:endParaRPr lang="ko-KR" altLang="en-US"/>
          </a:p>
          <a:p>
            <a:pPr marL="0" indent="0" rtl="0" lvl="2">
              <a:buFont typeface="Yu Gothic"/>
              <a:buChar char="•"/>
            </a:pPr>
            <a:r>
              <a:rPr/>
              <a:t>レベル3</a:t>
            </a:r>
            <a:endParaRPr lang="ko-KR" altLang="en-US"/>
          </a:p>
          <a:p>
            <a:pPr marL="0" indent="0" rtl="0" lvl="3">
              <a:buFont typeface="Yu Gothic"/>
              <a:buChar char="•"/>
            </a:pPr>
            <a:r>
              <a:rPr/>
              <a:t>第4レベル</a:t>
            </a:r>
            <a:endParaRPr lang="ko-KR" altLang="en-US"/>
          </a:p>
          <a:p>
            <a:pPr marL="0" indent="0" rtl="0" lvl="4">
              <a:buFont typeface="Yu Gothic"/>
              <a:buChar char="•"/>
            </a:pPr>
            <a:r>
              <a:rPr/>
              <a:t>第5レベル</a:t>
            </a:r>
            <a:endParaRPr lang="ko-KR" altLang="en-US"/>
          </a:p>
        </p:txBody>
      </p:sp>
      <p:sp>
        <p:nvSpPr>
          <p:cNvPr id="4" name="Rect 0"/>
          <p:cNvSpPr txBox="1">
            <a:spLocks/>
          </p:cNvSpPr>
          <p:nvPr>
            <p:ph type="sldNum" idx="12"/>
          </p:nvPr>
        </p:nvSpPr>
        <p:spPr>
          <a:xfrm rot="0">
            <a:off x="91440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slidenum">
              <a:rPr>
                <a:solidFill>
                  <a:srgbClr val="898989"/>
                </a:solidFill>
              </a:rPr>
              <a:t>1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5" name="Rect 0"/>
          <p:cNvSpPr txBox="1">
            <a:spLocks/>
          </p:cNvSpPr>
          <p:nvPr>
            <p:ph type="dt" idx="10"/>
          </p:nvPr>
        </p:nvSpPr>
        <p:spPr>
          <a:xfrm rot="0">
            <a:off x="6096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datetime1">
              <a:rPr lang="en-GB" altLang="en-US"/>
              <a:t>2/2/2025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6" name="Rect 0"/>
          <p:cNvSpPr txBox="1">
            <a:spLocks/>
          </p:cNvSpPr>
          <p:nvPr>
            <p:ph type="ftr" idx="11"/>
          </p:nvPr>
        </p:nvSpPr>
        <p:spPr>
          <a:xfrm rot="0">
            <a:off x="4267200" y="6263640"/>
            <a:ext cx="36582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>
              <a:defRPr lang="en-GB" altLang="en-US"/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endParaRPr lang="ko-KR" altLang="en-US" sz="1800">
              <a:latin typeface="Yu Gothic" charset="0"/>
              <a:ea typeface="Yu Gothic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>
            <p:ph type="title"/>
          </p:nvPr>
        </p:nvSpPr>
        <p:spPr>
          <a:xfrm rot="0">
            <a:off x="609600" y="274320"/>
            <a:ext cx="109734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 rtl="0"/>
            <a:r>
              <a:rPr sz="1800">
                <a:latin typeface="Yu Gothic" charset="0"/>
                <a:ea typeface="Yu Gothic" charset="0"/>
              </a:rPr>
              <a:t>マスタータイトルのスタイルを編集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</p:txBody>
      </p:sp>
      <p:sp>
        <p:nvSpPr>
          <p:cNvPr id="3" name="Rect 0"/>
          <p:cNvSpPr txBox="1">
            <a:spLocks/>
          </p:cNvSpPr>
          <p:nvPr>
            <p:ph type="body" idx="1"/>
          </p:nvPr>
        </p:nvSpPr>
        <p:spPr>
          <a:xfrm rot="0">
            <a:off x="609600" y="1600200"/>
            <a:ext cx="109734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 rtl="0">
              <a:buFont typeface="Yu Gothic"/>
              <a:buChar char="•"/>
            </a:pPr>
            <a:r>
              <a:rPr sz="1800">
                <a:latin typeface="Yu Gothic" charset="0"/>
                <a:ea typeface="Yu Gothic" charset="0"/>
              </a:rPr>
              <a:t>タップしてマスターテキストのスタイルを編集</a:t>
            </a:r>
            <a:endParaRPr lang="ko-KR" altLang="en-US" sz="1800">
              <a:latin typeface="Yu Gothic" charset="0"/>
              <a:ea typeface="Yu Gothic" charset="0"/>
            </a:endParaRPr>
          </a:p>
          <a:p>
            <a:pPr marL="0" indent="0" rtl="0" lvl="1">
              <a:buFont typeface="Yu Gothic"/>
              <a:buChar char="•"/>
            </a:pPr>
            <a:r>
              <a:rPr/>
              <a:t>第2レベル</a:t>
            </a:r>
            <a:endParaRPr lang="ko-KR" altLang="en-US"/>
          </a:p>
          <a:p>
            <a:pPr marL="0" indent="0" rtl="0" lvl="2">
              <a:buFont typeface="Yu Gothic"/>
              <a:buChar char="•"/>
            </a:pPr>
            <a:r>
              <a:rPr/>
              <a:t>レベル3</a:t>
            </a:r>
            <a:endParaRPr lang="ko-KR" altLang="en-US"/>
          </a:p>
          <a:p>
            <a:pPr marL="0" indent="0" rtl="0" lvl="3">
              <a:buFont typeface="Yu Gothic"/>
              <a:buChar char="•"/>
            </a:pPr>
            <a:r>
              <a:rPr/>
              <a:t>第4レベル</a:t>
            </a:r>
            <a:endParaRPr lang="ko-KR" altLang="en-US"/>
          </a:p>
          <a:p>
            <a:pPr marL="0" indent="0" rtl="0" lvl="4">
              <a:buFont typeface="Yu Gothic"/>
              <a:buChar char="•"/>
            </a:pPr>
            <a:r>
              <a:rPr/>
              <a:t>第5レベル</a:t>
            </a:r>
            <a:endParaRPr lang="ko-KR" altLang="en-US"/>
          </a:p>
        </p:txBody>
      </p:sp>
      <p:sp>
        <p:nvSpPr>
          <p:cNvPr id="4" name="Rect 0"/>
          <p:cNvSpPr txBox="1">
            <a:spLocks/>
          </p:cNvSpPr>
          <p:nvPr>
            <p:ph type="sldNum" idx="4"/>
          </p:nvPr>
        </p:nvSpPr>
        <p:spPr>
          <a:xfrm rot="0">
            <a:off x="91440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 algn="r">
              <a:defRPr lang="en-GB" altLang="en-US" sz="1200">
                <a:solidFill>
                  <a:srgbClr val="898989">
                    <a:tint val="75000"/>
                  </a:srgbClr>
                </a:solidFill>
              </a:defRPr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slidenum">
              <a:rPr>
                <a:solidFill>
                  <a:srgbClr val="898989"/>
                </a:solidFill>
              </a:rPr>
              <a:t>1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5" name="Rect 0"/>
          <p:cNvSpPr txBox="1">
            <a:spLocks/>
          </p:cNvSpPr>
          <p:nvPr>
            <p:ph type="dt" idx="2"/>
          </p:nvPr>
        </p:nvSpPr>
        <p:spPr>
          <a:xfrm rot="0">
            <a:off x="609600" y="6263640"/>
            <a:ext cx="24390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 algn="l">
              <a:defRPr lang="en-GB" altLang="en-US" sz="1200">
                <a:solidFill>
                  <a:srgbClr val="898989">
                    <a:tint val="75000"/>
                  </a:srgbClr>
                </a:solidFill>
              </a:defRPr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fld id="{B9320F77-B9A0-41C5-862A-B4B631284C64}" type="datetime1">
              <a:rPr lang="en-GB" altLang="en-US"/>
              <a:t>2/2/2025</a:t>
            </a:fld>
            <a:endParaRPr lang="ko-KR" altLang="en-US">
              <a:solidFill>
                <a:srgbClr val="898989"/>
              </a:solidFill>
            </a:endParaRPr>
          </a:p>
        </p:txBody>
      </p:sp>
      <p:sp>
        <p:nvSpPr>
          <p:cNvPr id="6" name="Rect 0"/>
          <p:cNvSpPr txBox="1">
            <a:spLocks/>
          </p:cNvSpPr>
          <p:nvPr>
            <p:ph type="ftr" idx="3"/>
          </p:nvPr>
        </p:nvSpPr>
        <p:spPr>
          <a:xfrm rot="0">
            <a:off x="4267200" y="6263640"/>
            <a:ext cx="3658235" cy="457835"/>
          </a:xfrm>
          <a:prstGeom prst="rect"/>
        </p:spPr>
        <p:txBody>
          <a:bodyPr wrap="square" lIns="91440" tIns="45720" rIns="91440" bIns="45720" vert="horz" anchor="t">
            <a:noAutofit/>
          </a:bodyPr>
          <a:lstStyle>
            <a:lvl1pPr marL="0" indent="0" algn="ctr">
              <a:defRPr lang="en-GB" altLang="en-US" sz="1200">
                <a:solidFill>
                  <a:srgbClr val="898989">
                    <a:tint val="75000"/>
                  </a:srgbClr>
                </a:solidFill>
              </a:defRPr>
            </a:lvl1pPr>
            <a:lvl2pPr marL="0" indent="0">
              <a:defRPr lang="en-GB" altLang="en-US"/>
            </a:lvl2pPr>
            <a:lvl3pPr marL="0" indent="0">
              <a:defRPr lang="en-GB" altLang="en-US"/>
            </a:lvl3pPr>
            <a:lvl4pPr marL="0" indent="0">
              <a:defRPr lang="en-GB" altLang="en-US"/>
            </a:lvl4pPr>
            <a:lvl5pPr marL="0" indent="0">
              <a:defRPr lang="en-GB" altLang="en-US"/>
            </a:lvl5pPr>
            <a:lvl6pPr marL="0" indent="0">
              <a:defRPr lang="en-GB" altLang="en-US"/>
            </a:lvl6pPr>
            <a:lvl7pPr marL="0" indent="0">
              <a:defRPr lang="en-GB" altLang="en-US"/>
            </a:lvl7pPr>
            <a:lvl8pPr marL="0" indent="0">
              <a:defRPr lang="en-GB" altLang="en-US"/>
            </a:lvl8pPr>
            <a:lvl9pPr marL="0" indent="0">
              <a:defRPr lang="en-GB" altLang="en-US"/>
            </a:lvl9pPr>
          </a:lstStyle>
          <a:p>
            <a:pPr marL="0" indent="0"/>
            <a:endParaRPr lang="ko-KR" altLang="en-US" sz="1800">
              <a:latin typeface="Yu Gothic" charset="0"/>
              <a:ea typeface="Yu Gothic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1170887241.jpeg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95241878467.jpeg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 35"/>
          <p:cNvGrpSpPr>
            <a:grpSpLocks noGrp="1"/>
          </p:cNvGrpSpPr>
          <p:nvPr/>
        </p:nvGrpSpPr>
        <p:grpSpPr>
          <a:xfrm rot="0">
            <a:off x="90170" y="-73660"/>
            <a:ext cx="11430000" cy="8572501"/>
            <a:chOff x="90170" y="-73660"/>
            <a:chExt cx="11430000" cy="8572501"/>
          </a:xfrm>
        </p:grpSpPr>
        <p:pic>
          <p:nvPicPr>
            <p:cNvPr id="3" name="図 4" descr="C:/Users/1306z/AppData/Roaming/PolarisOffice9/ETemp/15424_8474792/fImage1170887241.jpeg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90170" y="-73660"/>
              <a:ext cx="11430635" cy="8573135"/>
            </a:xfrm>
            <a:prstGeom prst="rect"/>
            <a:noFill/>
          </p:spPr>
        </p:pic>
        <p:sp>
          <p:nvSpPr>
            <p:cNvPr id="4" name="テキストボックス 8"/>
            <p:cNvSpPr txBox="1">
              <a:spLocks/>
            </p:cNvSpPr>
            <p:nvPr/>
          </p:nvSpPr>
          <p:spPr>
            <a:xfrm rot="0">
              <a:off x="817880" y="2094865"/>
              <a:ext cx="3306445" cy="339725"/>
            </a:xfrm>
            <a:prstGeom prst="rect"/>
            <a:noFill/>
            <a:ln>
              <a:noFill/>
              <a:prstDash/>
            </a:ln>
          </p:spPr>
          <p:txBody>
            <a:bodyPr wrap="square" lIns="89535" tIns="46355" rIns="89535" bIns="46355" vert="horz" anchor="t">
              <a:spAutoFit/>
            </a:bodyPr>
            <a:lstStyle/>
            <a:p>
              <a:pPr marL="0" indent="0" algn="ctr" hangingPunct="1"/>
              <a:r>
                <a:rPr lang="ja-JP" sz="1600" b="1">
                  <a:solidFill>
                    <a:srgbClr val="FF0000"/>
                  </a:solidFill>
                  <a:latin typeface="Yu Gothic" charset="0"/>
                  <a:ea typeface="Yu Gothic" charset="0"/>
                </a:rPr>
                <a:t>ミニリレー電圧</a:t>
              </a:r>
              <a:endParaRPr lang="ko-KR" altLang="en-US" sz="1600" b="1">
                <a:solidFill>
                  <a:srgbClr val="FF0000"/>
                </a:solidFill>
                <a:latin typeface="Yu Gothic" charset="0"/>
                <a:ea typeface="Yu Gothic" charset="0"/>
              </a:endParaRPr>
            </a:p>
          </p:txBody>
        </p:sp>
        <p:sp>
          <p:nvSpPr>
            <p:cNvPr id="5" name="テキストボックス 9"/>
            <p:cNvSpPr txBox="1">
              <a:spLocks/>
            </p:cNvSpPr>
            <p:nvPr/>
          </p:nvSpPr>
          <p:spPr>
            <a:xfrm rot="0">
              <a:off x="136525" y="5619115"/>
              <a:ext cx="3306445" cy="339725"/>
            </a:xfrm>
            <a:prstGeom prst="rect"/>
            <a:noFill/>
            <a:ln>
              <a:noFill/>
              <a:prstDash/>
            </a:ln>
          </p:spPr>
          <p:txBody>
            <a:bodyPr wrap="square" lIns="89535" tIns="46355" rIns="89535" bIns="46355" vert="horz" anchor="t">
              <a:spAutoFit/>
            </a:bodyPr>
            <a:lstStyle/>
            <a:p>
              <a:pPr marL="0" indent="0" algn="ctr" hangingPunct="1"/>
              <a:r>
                <a:rPr lang="ja-JP" sz="1600" b="1">
                  <a:solidFill>
                    <a:srgbClr val="FF0000"/>
                  </a:solidFill>
                  <a:latin typeface="Yu Gothic" charset="0"/>
                  <a:ea typeface="Yu Gothic" charset="0"/>
                </a:rPr>
                <a:t>ミニリレーコイル動作用電圧</a:t>
              </a:r>
              <a:endParaRPr lang="ko-KR" altLang="en-US" sz="1600" b="1">
                <a:solidFill>
                  <a:srgbClr val="FF0000"/>
                </a:solidFill>
                <a:latin typeface="Yu Gothic" charset="0"/>
                <a:ea typeface="Yu Gothic" charset="0"/>
              </a:endParaRPr>
            </a:p>
          </p:txBody>
        </p:sp>
        <p:sp>
          <p:nvSpPr>
            <p:cNvPr id="6" name="テキストボックス 10"/>
            <p:cNvSpPr txBox="1">
              <a:spLocks/>
            </p:cNvSpPr>
            <p:nvPr/>
          </p:nvSpPr>
          <p:spPr>
            <a:xfrm rot="0">
              <a:off x="3098165" y="4490085"/>
              <a:ext cx="3306445" cy="586105"/>
            </a:xfrm>
            <a:prstGeom prst="rect"/>
            <a:noFill/>
            <a:ln>
              <a:noFill/>
              <a:prstDash/>
            </a:ln>
          </p:spPr>
          <p:txBody>
            <a:bodyPr wrap="square" lIns="89535" tIns="46355" rIns="89535" bIns="46355" vert="horz" anchor="t">
              <a:spAutoFit/>
            </a:bodyPr>
            <a:lstStyle/>
            <a:p>
              <a:pPr marL="0" indent="0" algn="ctr" hangingPunct="1"/>
              <a:r>
                <a:rPr lang="ja-JP" sz="1600" b="1">
                  <a:solidFill>
                    <a:schemeClr val="accent4"/>
                  </a:solidFill>
                  <a:latin typeface="Yu Gothic" charset="0"/>
                  <a:ea typeface="Yu Gothic" charset="0"/>
                </a:rPr>
                <a:t>ミニリレー制御信号</a:t>
              </a:r>
              <a:endParaRPr lang="ko-KR" altLang="en-US" sz="1600" b="1">
                <a:solidFill>
                  <a:schemeClr val="accent4"/>
                </a:solidFill>
                <a:latin typeface="Yu Gothic" charset="0"/>
                <a:ea typeface="Yu Gothic" charset="0"/>
              </a:endParaRPr>
            </a:p>
            <a:p>
              <a:pPr marL="0" indent="0" algn="ctr" hangingPunct="1"/>
              <a:r>
                <a:rPr lang="ja-JP" sz="1600" b="1">
                  <a:solidFill>
                    <a:schemeClr val="accent4"/>
                  </a:solidFill>
                  <a:latin typeface="Yu Gothic" charset="0"/>
                  <a:ea typeface="Yu Gothic" charset="0"/>
                </a:rPr>
                <a:t>(マイコン→ミニリレー)</a:t>
              </a:r>
              <a:endParaRPr lang="ko-KR" altLang="en-US" sz="1600" b="1">
                <a:solidFill>
                  <a:schemeClr val="accent4"/>
                </a:solidFill>
                <a:latin typeface="Yu Gothic" charset="0"/>
                <a:ea typeface="Yu Gothic" charset="0"/>
              </a:endParaRPr>
            </a:p>
          </p:txBody>
        </p:sp>
        <p:sp>
          <p:nvSpPr>
            <p:cNvPr id="7" name="図形 12"/>
            <p:cNvSpPr>
              <a:spLocks/>
            </p:cNvSpPr>
            <p:nvPr/>
          </p:nvSpPr>
          <p:spPr>
            <a:xfrm rot="0">
              <a:off x="4107180" y="5072380"/>
              <a:ext cx="1301750" cy="2242185"/>
            </a:xfrm>
            <a:prstGeom prst="rect"/>
            <a:noFill/>
            <a:ln w="38100" cap="flat" cmpd="sng">
              <a:solidFill>
                <a:schemeClr val="accent4">
                  <a:alpha val="10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Yu Gothic" charset="0"/>
                <a:ea typeface="Yu Gothic" charset="0"/>
              </a:endParaRPr>
            </a:p>
          </p:txBody>
        </p:sp>
        <p:sp>
          <p:nvSpPr>
            <p:cNvPr id="8" name="図形 16"/>
            <p:cNvSpPr>
              <a:spLocks/>
            </p:cNvSpPr>
            <p:nvPr/>
          </p:nvSpPr>
          <p:spPr>
            <a:xfrm rot="0">
              <a:off x="7590790" y="1605280"/>
              <a:ext cx="1376680" cy="4817110"/>
            </a:xfrm>
            <a:prstGeom prst="rect"/>
            <a:noFill/>
            <a:ln w="38100" cap="flat" cmpd="sng">
              <a:solidFill>
                <a:srgbClr val="FC470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Yu Gothic" charset="0"/>
                <a:ea typeface="Yu Gothic" charset="0"/>
              </a:endParaRPr>
            </a:p>
          </p:txBody>
        </p:sp>
        <p:sp>
          <p:nvSpPr>
            <p:cNvPr id="9" name="テキストボックス 17"/>
            <p:cNvSpPr txBox="1">
              <a:spLocks/>
            </p:cNvSpPr>
            <p:nvPr/>
          </p:nvSpPr>
          <p:spPr>
            <a:xfrm rot="0">
              <a:off x="6586855" y="1182370"/>
              <a:ext cx="3306445" cy="339725"/>
            </a:xfrm>
            <a:prstGeom prst="rect"/>
            <a:noFill/>
            <a:ln>
              <a:noFill/>
              <a:prstDash/>
            </a:ln>
          </p:spPr>
          <p:txBody>
            <a:bodyPr wrap="square" lIns="89535" tIns="46355" rIns="89535" bIns="46355" vert="horz" anchor="t">
              <a:spAutoFit/>
            </a:bodyPr>
            <a:lstStyle/>
            <a:p>
              <a:pPr marL="0" indent="0" algn="ctr" hangingPunct="1"/>
              <a:r>
                <a:rPr lang="ja-JP" sz="1600" b="1">
                  <a:solidFill>
                    <a:srgbClr val="FC4700"/>
                  </a:solidFill>
                  <a:latin typeface="Yu Gothic" charset="0"/>
                  <a:ea typeface="Yu Gothic" charset="0"/>
                </a:rPr>
                <a:t>ミニリレー出力電圧(</a:t>
              </a:r>
              <a:r>
                <a:rPr lang="ja-JP" sz="1600" b="1">
                  <a:solidFill>
                    <a:srgbClr val="FC4700"/>
                  </a:solidFill>
                  <a:latin typeface="Yu Gothic" charset="0"/>
                  <a:ea typeface="Yu Gothic" charset="0"/>
                </a:rPr>
                <a:t>N</a:t>
              </a:r>
              <a:r>
                <a:rPr lang="ja-JP" sz="1600" b="1">
                  <a:solidFill>
                    <a:srgbClr val="FC4700"/>
                  </a:solidFill>
                  <a:latin typeface="Yu Gothic" charset="0"/>
                  <a:ea typeface="Yu Gothic" charset="0"/>
                </a:rPr>
                <a:t>C</a:t>
              </a:r>
              <a:r>
                <a:rPr lang="ja-JP" sz="1600" b="1">
                  <a:solidFill>
                    <a:srgbClr val="FC4700"/>
                  </a:solidFill>
                  <a:latin typeface="Yu Gothic" charset="0"/>
                  <a:ea typeface="Yu Gothic" charset="0"/>
                </a:rPr>
                <a:t> or NO)</a:t>
              </a:r>
              <a:endParaRPr lang="ko-KR" altLang="en-US" sz="1600" b="1">
                <a:solidFill>
                  <a:srgbClr val="FC4700"/>
                </a:solidFill>
                <a:latin typeface="Yu Gothic" charset="0"/>
                <a:ea typeface="Yu Gothic" charset="0"/>
              </a:endParaRPr>
            </a:p>
          </p:txBody>
        </p:sp>
        <p:sp>
          <p:nvSpPr>
            <p:cNvPr id="10" name="図形 24"/>
            <p:cNvSpPr>
              <a:spLocks/>
            </p:cNvSpPr>
            <p:nvPr/>
          </p:nvSpPr>
          <p:spPr>
            <a:xfrm rot="0">
              <a:off x="3229610" y="1973580"/>
              <a:ext cx="591820" cy="554990"/>
            </a:xfrm>
            <a:prstGeom prst="rect"/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Yu Gothic" charset="0"/>
                <a:ea typeface="Yu Gothic" charset="0"/>
              </a:endParaRPr>
            </a:p>
          </p:txBody>
        </p:sp>
        <p:sp>
          <p:nvSpPr>
            <p:cNvPr id="11" name="図形 26"/>
            <p:cNvSpPr>
              <a:spLocks/>
            </p:cNvSpPr>
            <p:nvPr/>
          </p:nvSpPr>
          <p:spPr>
            <a:xfrm rot="0">
              <a:off x="3276600" y="5563235"/>
              <a:ext cx="591820" cy="554990"/>
            </a:xfrm>
            <a:prstGeom prst="rect"/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Yu Gothic" charset="0"/>
                <a:ea typeface="Yu Gothic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 36"/>
          <p:cNvGrpSpPr>
            <a:grpSpLocks noGrp="1"/>
          </p:cNvGrpSpPr>
          <p:nvPr/>
        </p:nvGrpSpPr>
        <p:grpSpPr>
          <a:xfrm rot="0">
            <a:off x="0" y="0"/>
            <a:ext cx="11430001" cy="8572501"/>
            <a:chOff x="0" y="0"/>
            <a:chExt cx="11430001" cy="8572501"/>
          </a:xfrm>
        </p:grpSpPr>
        <p:pic>
          <p:nvPicPr>
            <p:cNvPr id="3" name="図 23" descr="C:/Users/1306z/AppData/Roaming/PolarisOffice9/ETemp/15424_8474792/fImage95241878467.jpeg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0" y="0"/>
              <a:ext cx="11430635" cy="8573135"/>
            </a:xfrm>
            <a:prstGeom prst="rect"/>
            <a:noFill/>
          </p:spPr>
        </p:pic>
        <p:sp>
          <p:nvSpPr>
            <p:cNvPr id="4" name="図形 27"/>
            <p:cNvSpPr>
              <a:spLocks/>
            </p:cNvSpPr>
            <p:nvPr/>
          </p:nvSpPr>
          <p:spPr>
            <a:xfrm rot="0">
              <a:off x="3534410" y="1889760"/>
              <a:ext cx="761365" cy="4075430"/>
            </a:xfrm>
            <a:prstGeom prst="rect"/>
            <a:noFill/>
            <a:ln w="38100" cap="flat" cmpd="sng">
              <a:solidFill>
                <a:schemeClr val="accent4">
                  <a:alpha val="10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Yu Gothic" charset="0"/>
                <a:ea typeface="Yu Gothic" charset="0"/>
              </a:endParaRPr>
            </a:p>
          </p:txBody>
        </p:sp>
        <p:sp>
          <p:nvSpPr>
            <p:cNvPr id="5" name="テキストボックス 28"/>
            <p:cNvSpPr txBox="1">
              <a:spLocks/>
            </p:cNvSpPr>
            <p:nvPr/>
          </p:nvSpPr>
          <p:spPr>
            <a:xfrm rot="0">
              <a:off x="2255520" y="1184910"/>
              <a:ext cx="3306445" cy="586105"/>
            </a:xfrm>
            <a:prstGeom prst="rect"/>
            <a:noFill/>
            <a:ln>
              <a:noFill/>
              <a:prstDash/>
            </a:ln>
          </p:spPr>
          <p:txBody>
            <a:bodyPr wrap="square" lIns="89535" tIns="46355" rIns="89535" bIns="46355" vert="horz" anchor="t">
              <a:spAutoFit/>
            </a:bodyPr>
            <a:lstStyle/>
            <a:p>
              <a:pPr marL="0" indent="0" algn="ctr" hangingPunct="1"/>
              <a:r>
                <a:rPr lang="ja-JP" sz="1600" b="1">
                  <a:solidFill>
                    <a:schemeClr val="accent4"/>
                  </a:solidFill>
                  <a:latin typeface="Yu Gothic" charset="0"/>
                  <a:ea typeface="Yu Gothic" charset="0"/>
                </a:rPr>
                <a:t>ミニリレー制御信号</a:t>
              </a:r>
              <a:endParaRPr lang="ko-KR" altLang="en-US" sz="1600" b="1">
                <a:solidFill>
                  <a:schemeClr val="accent4"/>
                </a:solidFill>
                <a:latin typeface="Yu Gothic" charset="0"/>
                <a:ea typeface="Yu Gothic" charset="0"/>
              </a:endParaRPr>
            </a:p>
            <a:p>
              <a:pPr marL="0" indent="0" algn="ctr" hangingPunct="1"/>
              <a:r>
                <a:rPr lang="ja-JP" sz="1600" b="1">
                  <a:solidFill>
                    <a:schemeClr val="accent4"/>
                  </a:solidFill>
                  <a:latin typeface="Yu Gothic" charset="0"/>
                  <a:ea typeface="Yu Gothic" charset="0"/>
                </a:rPr>
                <a:t>(マイコン→ミニリレー)</a:t>
              </a:r>
              <a:endParaRPr lang="ko-KR" altLang="en-US" sz="1600" b="1">
                <a:solidFill>
                  <a:schemeClr val="accent4"/>
                </a:solidFill>
                <a:latin typeface="Yu Gothic" charset="0"/>
                <a:ea typeface="Yu Gothic" charset="0"/>
              </a:endParaRPr>
            </a:p>
          </p:txBody>
        </p:sp>
        <p:sp>
          <p:nvSpPr>
            <p:cNvPr id="6" name="図形 29"/>
            <p:cNvSpPr>
              <a:spLocks/>
            </p:cNvSpPr>
            <p:nvPr/>
          </p:nvSpPr>
          <p:spPr>
            <a:xfrm rot="0">
              <a:off x="7214235" y="1887855"/>
              <a:ext cx="761365" cy="4075430"/>
            </a:xfrm>
            <a:prstGeom prst="rect"/>
            <a:noFill/>
            <a:ln w="38100" cap="flat" cmpd="sng">
              <a:solidFill>
                <a:srgbClr val="80007F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solidFill>
                  <a:srgbClr val="80007F"/>
                </a:solidFill>
                <a:latin typeface="Yu Gothic" charset="0"/>
                <a:ea typeface="Yu Gothic" charset="0"/>
              </a:endParaRPr>
            </a:p>
          </p:txBody>
        </p:sp>
        <p:sp>
          <p:nvSpPr>
            <p:cNvPr id="7" name="図形 30"/>
            <p:cNvSpPr>
              <a:spLocks/>
            </p:cNvSpPr>
            <p:nvPr/>
          </p:nvSpPr>
          <p:spPr>
            <a:xfrm rot="0">
              <a:off x="4618990" y="5571490"/>
              <a:ext cx="2433955" cy="651510"/>
            </a:xfrm>
            <a:prstGeom prst="rect"/>
            <a:noFill/>
            <a:ln w="38100" cap="flat" cmpd="sng">
              <a:solidFill>
                <a:schemeClr val="accent1">
                  <a:alpha val="10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Yu Gothic" charset="0"/>
                <a:ea typeface="Yu Gothic" charset="0"/>
              </a:endParaRPr>
            </a:p>
          </p:txBody>
        </p:sp>
        <p:sp>
          <p:nvSpPr>
            <p:cNvPr id="8" name="テキストボックス 32"/>
            <p:cNvSpPr txBox="1">
              <a:spLocks/>
            </p:cNvSpPr>
            <p:nvPr/>
          </p:nvSpPr>
          <p:spPr>
            <a:xfrm rot="0">
              <a:off x="4184650" y="5183505"/>
              <a:ext cx="3306445" cy="339725"/>
            </a:xfrm>
            <a:prstGeom prst="rect"/>
            <a:noFill/>
            <a:ln>
              <a:noFill/>
              <a:prstDash/>
            </a:ln>
          </p:spPr>
          <p:txBody>
            <a:bodyPr wrap="square" lIns="89535" tIns="46355" rIns="89535" bIns="46355" vert="horz" anchor="t">
              <a:spAutoFit/>
            </a:bodyPr>
            <a:lstStyle/>
            <a:p>
              <a:pPr marL="0" indent="0" algn="ctr" hangingPunct="1"/>
              <a:r>
                <a:rPr lang="ja-JP" sz="1600" b="1">
                  <a:solidFill>
                    <a:schemeClr val="accent1"/>
                  </a:solidFill>
                  <a:latin typeface="Yu Gothic" charset="0"/>
                  <a:ea typeface="Yu Gothic" charset="0"/>
                </a:rPr>
                <a:t>予備</a:t>
              </a:r>
              <a:endParaRPr lang="ko-KR" altLang="en-US" sz="1600" b="1">
                <a:solidFill>
                  <a:schemeClr val="accent1"/>
                </a:solidFill>
                <a:latin typeface="Yu Gothic" charset="0"/>
                <a:ea typeface="Yu Gothic" charset="0"/>
              </a:endParaRPr>
            </a:p>
          </p:txBody>
        </p:sp>
        <p:sp>
          <p:nvSpPr>
            <p:cNvPr id="9" name="テキストボックス 33"/>
            <p:cNvSpPr txBox="1">
              <a:spLocks/>
            </p:cNvSpPr>
            <p:nvPr/>
          </p:nvSpPr>
          <p:spPr>
            <a:xfrm rot="0">
              <a:off x="5935345" y="1183005"/>
              <a:ext cx="3306445" cy="586105"/>
            </a:xfrm>
            <a:prstGeom prst="rect"/>
            <a:noFill/>
            <a:ln>
              <a:noFill/>
              <a:prstDash/>
            </a:ln>
          </p:spPr>
          <p:txBody>
            <a:bodyPr wrap="square" lIns="89535" tIns="46355" rIns="89535" bIns="46355" vert="horz" anchor="t">
              <a:spAutoFit/>
            </a:bodyPr>
            <a:lstStyle/>
            <a:p>
              <a:pPr marL="0" indent="0" algn="ctr" hangingPunct="1"/>
              <a:r>
                <a:rPr lang="ja-JP" sz="1600" b="1">
                  <a:solidFill>
                    <a:srgbClr val="80007F"/>
                  </a:solidFill>
                  <a:latin typeface="Yu Gothic" charset="0"/>
                  <a:ea typeface="Yu Gothic" charset="0"/>
                </a:rPr>
                <a:t>状態監視</a:t>
              </a:r>
              <a:r>
                <a:rPr lang="ja-JP" sz="1600" b="1">
                  <a:solidFill>
                    <a:srgbClr val="80007F"/>
                  </a:solidFill>
                  <a:latin typeface="Yu Gothic" charset="0"/>
                  <a:ea typeface="Yu Gothic" charset="0"/>
                </a:rPr>
                <a:t/>
              </a:r>
              <a:br>
                <a:rPr lang="ja-JP" sz="1600" b="1">
                  <a:solidFill>
                    <a:srgbClr val="80007F"/>
                  </a:solidFill>
                  <a:latin typeface="Yu Gothic" charset="0"/>
                  <a:ea typeface="Yu Gothic" charset="0"/>
                </a:rPr>
              </a:br>
              <a:r>
                <a:rPr lang="ja-JP" sz="1600" b="1">
                  <a:solidFill>
                    <a:srgbClr val="80007F"/>
                  </a:solidFill>
                  <a:latin typeface="Yu Gothic" charset="0"/>
                  <a:ea typeface="Yu Gothic" charset="0"/>
                </a:rPr>
                <a:t>(ピン短絡で制御信号O</a:t>
              </a:r>
              <a:r>
                <a:rPr lang="ja-JP" sz="1600" b="1">
                  <a:solidFill>
                    <a:srgbClr val="80007F"/>
                  </a:solidFill>
                  <a:latin typeface="Yu Gothic" charset="0"/>
                  <a:ea typeface="Yu Gothic" charset="0"/>
                </a:rPr>
                <a:t>N</a:t>
              </a:r>
              <a:r>
                <a:rPr lang="ja-JP" sz="1600" b="1">
                  <a:solidFill>
                    <a:srgbClr val="80007F"/>
                  </a:solidFill>
                  <a:latin typeface="Yu Gothic" charset="0"/>
                  <a:ea typeface="Yu Gothic" charset="0"/>
                </a:rPr>
                <a:t>)</a:t>
              </a:r>
              <a:endParaRPr lang="ko-KR" altLang="en-US" sz="1600" b="1">
                <a:solidFill>
                  <a:srgbClr val="80007F"/>
                </a:solidFill>
                <a:latin typeface="Yu Gothic" charset="0"/>
                <a:ea typeface="Yu Gothic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2</Pages>
  <Paragraphs>0</Paragraphs>
  <Words>2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1306z</dc:creator>
  <cp:lastModifiedBy>1306z</cp:lastModifiedBy>
  <cp:version>10.115.186.54614</cp:version>
</cp:coreProperties>
</file>